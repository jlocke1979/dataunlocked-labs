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eemap_v6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11480"/>
            <a:ext cx="7360920" cy="58064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955279" y="685800"/>
            <a:ext cx="379476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1051560"/>
            <a:ext cx="315468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2F3E34"/>
                </a:solidFill>
                <a:latin typeface="Aptos Display"/>
              </a:defRPr>
            </a:pPr>
            <a:r>
              <a:t>Key Insights</a:t>
            </a:r>
          </a:p>
          <a:p>
            <a:pPr>
              <a:spcAft>
                <a:spcPts val="1400"/>
              </a:spcAft>
              <a:defRPr sz="1400">
                <a:solidFill>
                  <a:srgbClr val="2F3E34"/>
                </a:solidFill>
                <a:latin typeface="Aptos"/>
              </a:defRPr>
            </a:pPr>
            <a:r>
              <a:t>The transplant system is heavily concentrated in kidney procedures.</a:t>
            </a:r>
          </a:p>
          <a:p>
            <a:pPr>
              <a:spcAft>
                <a:spcPts val="1400"/>
              </a:spcAft>
              <a:defRPr sz="1400">
                <a:solidFill>
                  <a:srgbClr val="2F3E34"/>
                </a:solidFill>
                <a:latin typeface="Aptos"/>
              </a:defRPr>
            </a:pPr>
            <a:r>
              <a:t>Living donation contributes meaningfully Kidney transplants.</a:t>
            </a:r>
          </a:p>
          <a:p>
            <a:pPr>
              <a:spcAft>
                <a:spcPts val="1400"/>
              </a:spcAft>
              <a:defRPr sz="1400">
                <a:solidFill>
                  <a:srgbClr val="2F3E34"/>
                </a:solidFill>
                <a:latin typeface="Aptos"/>
              </a:defRPr>
            </a:pPr>
            <a:r>
              <a:t>The second most frequent living organ is the liver</a:t>
            </a:r>
          </a:p>
          <a:p>
            <a:pPr>
              <a:spcAft>
                <a:spcPts val="1400"/>
              </a:spcAft>
              <a:defRPr sz="1400">
                <a:solidFill>
                  <a:srgbClr val="2F3E34"/>
                </a:solidFill>
                <a:latin typeface="Aptos"/>
              </a:defRPr>
            </a:pPr>
            <a:r>
              <a:t>Most other organ transplants depend entirely on deceased donors.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2F3E34"/>
                </a:solidFill>
                <a:latin typeface="Aptos"/>
              </a:defRPr>
            </a:pPr>
            <a:r>
              <a:t>Source: Organ Procurement and Transplantation Network (OPTN),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